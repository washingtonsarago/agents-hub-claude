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agents-hub-claude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600">
                <a:solidFill>
                  <a:srgbClr val="CFDCEB"/>
                </a:solidFill>
                <a:latin typeface="Calibri"/>
              </a:rPr>
              <a:t>Registry centralizado de agents e commands do Claude Code — auto-atualizado em toda máquina da EMS-NCTECH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86DE"/>
                </a:solidFill>
                <a:latin typeface="Calibri"/>
              </a:rPr>
              <a:t>O que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▪ Hub único  </a:t>
            </a:r>
            <a:r>
              <a:rPr sz="1200">
                <a:solidFill>
                  <a:srgbClr val="5C6B7A"/>
                </a:solidFill>
                <a:latin typeface="Calibri"/>
              </a:rPr>
              <a:t>Um repo Git (EMS-NCTECH/agents-hub-claude) com 11 agents + 8 slash commands versionados.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▪ CLI própria (ahc)  </a:t>
            </a:r>
            <a:r>
              <a:rPr sz="1200">
                <a:solidFill>
                  <a:srgbClr val="5C6B7A"/>
                </a:solidFill>
                <a:latin typeface="Calibri"/>
              </a:rPr>
              <a:t>Node zero-deps que sincroniza tudo via git clone autenticado, compatível com repos INTERNAL.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▪ Auto-update transparente  </a:t>
            </a:r>
            <a:r>
              <a:rPr sz="1200">
                <a:solidFill>
                  <a:srgbClr val="5C6B7A"/>
                </a:solidFill>
                <a:latin typeface="Calibri"/>
              </a:rPr>
              <a:t>Hook SessionStart do Claude Code roda ahc sync a cada abertura — sem intervenção manual.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▪ Integridade garantida  </a:t>
            </a:r>
            <a:r>
              <a:rPr sz="1200">
                <a:solidFill>
                  <a:srgbClr val="5C6B7A"/>
                </a:solidFill>
                <a:latin typeface="Calibri"/>
              </a:rPr>
              <a:t>manifest.json com sha256 por item + lock file local; só baixa o que realmente mudou.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645920"/>
            <a:ext cx="12700" cy="484632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86DE"/>
                </a:solidFill>
                <a:latin typeface="Calibri"/>
              </a:rPr>
              <a:t>Benefícios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 b="1">
                <a:solidFill>
                  <a:srgbClr val="1A1A1A"/>
                </a:solidFill>
                <a:latin typeface="Calibri"/>
              </a:rPr>
              <a:t>Padronização  </a:t>
            </a:r>
            <a:r>
              <a:rPr sz="1100">
                <a:solidFill>
                  <a:srgbClr val="5C6B7A"/>
                </a:solidFill>
                <a:latin typeface="Calibri"/>
              </a:rPr>
              <a:t>Todo dev da EMS usa os mesmos agents e commands — sem divergência entre máquinas.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 b="1">
                <a:solidFill>
                  <a:srgbClr val="1A1A1A"/>
                </a:solidFill>
                <a:latin typeface="Calibri"/>
              </a:rPr>
              <a:t>Velocidade  </a:t>
            </a:r>
            <a:r>
              <a:rPr sz="1100">
                <a:solidFill>
                  <a:srgbClr val="5C6B7A"/>
                </a:solidFill>
                <a:latin typeface="Calibri"/>
              </a:rPr>
              <a:t>Novo dev produtivo em minutos: um script de install entrega 19 ferramentas prontas.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 b="1">
                <a:solidFill>
                  <a:srgbClr val="1A1A1A"/>
                </a:solidFill>
                <a:latin typeface="Calibri"/>
              </a:rPr>
              <a:t>Governança  </a:t>
            </a:r>
            <a:r>
              <a:rPr sz="1100">
                <a:solidFill>
                  <a:srgbClr val="5C6B7A"/>
                </a:solidFill>
                <a:latin typeface="Calibri"/>
              </a:rPr>
              <a:t>Mudanças passam por PR + review. Versionamento semântico e rollback via ahc pin.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 b="1">
                <a:solidFill>
                  <a:srgbClr val="1A1A1A"/>
                </a:solidFill>
                <a:latin typeface="Calibri"/>
              </a:rPr>
              <a:t>Segurança  </a:t>
            </a:r>
            <a:r>
              <a:rPr sz="1100">
                <a:solidFill>
                  <a:srgbClr val="5C6B7A"/>
                </a:solidFill>
                <a:latin typeface="Calibri"/>
              </a:rPr>
              <a:t>Todos os agents seguem OWASP Top 10, SoC/DRY/KISS/YAGNI/SOLID; sem MediatR (pago).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 b="1">
                <a:solidFill>
                  <a:srgbClr val="1A1A1A"/>
                </a:solidFill>
                <a:latin typeface="Calibri"/>
              </a:rPr>
              <a:t>Colaboração  </a:t>
            </a:r>
            <a:r>
              <a:rPr sz="1100">
                <a:solidFill>
                  <a:srgbClr val="5C6B7A"/>
                </a:solidFill>
                <a:latin typeface="Calibri"/>
              </a:rPr>
              <a:t>Agents têm Collaboration Protocol padronizado — delegam entre si de forma consistente.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 b="1">
                <a:solidFill>
                  <a:srgbClr val="1A1A1A"/>
                </a:solidFill>
                <a:latin typeface="Calibri"/>
              </a:rPr>
              <a:t>Evolução contínua  </a:t>
            </a:r>
            <a:r>
              <a:rPr sz="1100">
                <a:solidFill>
                  <a:srgbClr val="5C6B7A"/>
                </a:solidFill>
                <a:latin typeface="Calibri"/>
              </a:rPr>
              <a:t>Commit → push → toda a org recebe no próximo SessionStart. Zero fricção.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  <a:r>
              <a:rPr sz="1200">
                <a:solidFill>
                  <a:srgbClr val="A8BBD0"/>
                </a:solidFill>
                <a:latin typeface="Calibri"/>
              </a:rPr>
              <a:t> agents   •   </a:t>
            </a: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  <a:r>
              <a:rPr sz="1200">
                <a:solidFill>
                  <a:srgbClr val="A8BBD0"/>
                </a:solidFill>
                <a:latin typeface="Calibri"/>
              </a:rPr>
              <a:t> commands   •   </a:t>
            </a:r>
            <a:r>
              <a:rPr sz="1200" b="1">
                <a:solidFill>
                  <a:srgbClr val="FFFFFF"/>
                </a:solidFill>
                <a:latin typeface="Calibri"/>
              </a:rPr>
              <a:t>git-clone auth</a:t>
            </a:r>
            <a:r>
              <a:rPr sz="1200">
                <a:solidFill>
                  <a:srgbClr val="A8BBD0"/>
                </a:solidFill>
                <a:latin typeface="Calibri"/>
              </a:rPr>
              <a:t>   •   </a:t>
            </a:r>
            <a:r>
              <a:rPr sz="1200" b="1">
                <a:solidFill>
                  <a:srgbClr val="FFFFFF"/>
                </a:solidFill>
                <a:latin typeface="Calibri"/>
              </a:rPr>
              <a:t>SessionStart hook</a:t>
            </a:r>
            <a:r>
              <a:rPr sz="1200">
                <a:solidFill>
                  <a:srgbClr val="A8BBD0"/>
                </a:solidFill>
                <a:latin typeface="Calibri"/>
              </a:rPr>
              <a:t>   •   </a:t>
            </a:r>
            <a:r>
              <a:rPr sz="1200" b="1">
                <a:solidFill>
                  <a:srgbClr val="FFFFFF"/>
                </a:solidFill>
                <a:latin typeface="Calibri"/>
              </a:rPr>
              <a:t>sha256</a:t>
            </a:r>
            <a:r>
              <a:rPr sz="1200">
                <a:solidFill>
                  <a:srgbClr val="A8BBD0"/>
                </a:solidFill>
                <a:latin typeface="Calibri"/>
              </a:rPr>
              <a:t> integrity   •   </a:t>
            </a:r>
            <a:r>
              <a:rPr sz="1200" b="1">
                <a:solidFill>
                  <a:srgbClr val="FFFFFF"/>
                </a:solidFill>
                <a:latin typeface="Calibri"/>
              </a:rPr>
              <a:t>github.com/EMS-NCTECH/agents-hub-claude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